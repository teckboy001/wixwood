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1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2B1B1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663440"/>
            <a:ext cx="14017752" cy="36576"/>
          </a:xfrm>
          <a:prstGeom prst="rect">
            <a:avLst/>
          </a:prstGeom>
          <a:solidFill>
            <a:srgbClr val="C9A24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4983480"/>
            <a:ext cx="14017752" cy="36576"/>
          </a:xfrm>
          <a:prstGeom prst="rect">
            <a:avLst/>
          </a:prstGeom>
          <a:solidFill>
            <a:srgbClr val="C9A24B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914400" y="5303520"/>
            <a:ext cx="14017752" cy="36576"/>
          </a:xfrm>
          <a:prstGeom prst="rect">
            <a:avLst/>
          </a:prstGeom>
          <a:solidFill>
            <a:srgbClr val="C9A24B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914400" y="5623560"/>
            <a:ext cx="14017752" cy="36576"/>
          </a:xfrm>
          <a:prstGeom prst="rect">
            <a:avLst/>
          </a:prstGeom>
          <a:solidFill>
            <a:srgbClr val="C9A24B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914400" y="5943600"/>
            <a:ext cx="14017752" cy="36576"/>
          </a:xfrm>
          <a:prstGeom prst="rect">
            <a:avLst/>
          </a:prstGeom>
          <a:solidFill>
            <a:srgbClr val="C9A24B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914400" y="6263640"/>
            <a:ext cx="14017752" cy="36576"/>
          </a:xfrm>
          <a:prstGeom prst="rect">
            <a:avLst/>
          </a:prstGeom>
          <a:solidFill>
            <a:srgbClr val="C9A24B">
              <a:alpha val="3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88636" y="2331720"/>
            <a:ext cx="201168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E4C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WIXWOOD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3401568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E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 A F T 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88636" y="4069080"/>
            <a:ext cx="201168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0" y="425196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Hardwood Furniture, Made in Nigeria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Presentation &amp; Product Brochure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0" y="64465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@wizwood_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4688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spc="100" kern="0" dirty="0">
                <a:solidFill>
                  <a:srgbClr val="E4C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spc="100" kern="0" dirty="0">
                <a:solidFill>
                  <a:srgbClr val="E4C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WIXWOOD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4434840"/>
            <a:ext cx="118872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09160" y="86868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WixWood Crafts is a Nigerian woodworking studio building furniture and wood pieces by hand — from statement dining tables to everyday bowls, cups and signage.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09160" y="2843784"/>
            <a:ext cx="82296" cy="5669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2788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hardwood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31089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starts as raw timber — shaped, joined and finished in-house.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3895344"/>
            <a:ext cx="82296" cy="5669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order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41605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made to the customer's specifications, not mass-produced.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4946904"/>
            <a:ext cx="82296" cy="5669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4892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craftsmanship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5212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carved and finished by hand in a Nigerian workshop.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1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CREATE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28016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48386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483864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&amp; Executive Tables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026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dining sets, boardroom and office tables built around the client's space.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1417320"/>
            <a:ext cx="348386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1417320"/>
            <a:ext cx="3483864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1144" y="16916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Chairs, Stools &amp; Seating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377440"/>
            <a:ext cx="3026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Hand-shaped hardwood chairs and stools, from dining sets to standalone accent pieces.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348386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417320"/>
            <a:ext cx="3483864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85048" y="16916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Epoxy &amp; River Tables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85048" y="2377440"/>
            <a:ext cx="3026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Resin-poured slab and river tables that pair natural wood edges with coloured epoxy.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48386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23360"/>
            <a:ext cx="3483864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29768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Bowls, Cups &amp; Accessories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83480"/>
            <a:ext cx="3026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and carved hardwood bowls, handled cups and small home accessories.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52544" y="4023360"/>
            <a:ext cx="348386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4023360"/>
            <a:ext cx="3483864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81144" y="429768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Signage &amp; Nameplates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983480"/>
            <a:ext cx="3026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Carved and lettered hardwood signage for homes, brands and businesses.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56448" y="4023360"/>
            <a:ext cx="348386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4023360"/>
            <a:ext cx="3483864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85048" y="429768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Interiors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85048" y="4983480"/>
            <a:ext cx="3026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Bars, consoles, doors and bespoke fixtures built into a client's space.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1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C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28016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Tables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7304" y="1417320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37304" y="1417320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1624" y="1417320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/ Office Tables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5968" y="1417320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5968" y="1417320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00288" y="1417320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 &amp; Stools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16352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816352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Epoxy / River Tables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37304" y="2816352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7304" y="2816352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1624" y="2816352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 &amp; Cups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5968" y="2816352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5968" y="2816352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00288" y="2816352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Signage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215384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15384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215384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&amp; Fixtures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37304" y="4215384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7304" y="4215384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11624" y="4215384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&amp; Consoles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25968" y="4215384"/>
            <a:ext cx="3514344" cy="1170432"/>
          </a:xfrm>
          <a:prstGeom prst="rect">
            <a:avLst/>
          </a:prstGeom>
          <a:solidFill>
            <a:srgbClr val="2B1B12"/>
          </a:solidFill>
          <a:ln w="12700">
            <a:solidFill>
              <a:srgbClr val="4A36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25968" y="4215384"/>
            <a:ext cx="73152" cy="1170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00288" y="4215384"/>
            <a:ext cx="3057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Bespoke Orders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1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selection of documented WixWood builds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28016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483864" cy="9144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4C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Dining 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838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432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dining table paired with unique hand-built chairs.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9144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35424" y="169164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4C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Epoxy Dining Table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2544" y="2606040"/>
            <a:ext cx="34838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27432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Boardroom-scale table finished with poured epoxy detailing.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6448" y="1691640"/>
            <a:ext cx="3483864" cy="9144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39328" y="169164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4C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Egg-Inspired Table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6448" y="2606040"/>
            <a:ext cx="34838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27432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Sculptural accent table built around an organic, egg-form silhouette.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3483864" cy="9144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29768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4C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Hardwood Cups &amp; Bowls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34838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34924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and hand-finished cups (with handles) and serving bowls.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2544" y="4297680"/>
            <a:ext cx="3483864" cy="9144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35424" y="429768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4C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Hardwood Signage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52544" y="5212080"/>
            <a:ext cx="34838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35424" y="534924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Carved nameplate and shop signage, including work for other brands.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6448" y="4297680"/>
            <a:ext cx="3483864" cy="9144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39328" y="429768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4C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Bar Build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56448" y="5212080"/>
            <a:ext cx="34838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9328" y="534924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counter and fixture built entirely in solid wood, on-site.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1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CUSTOM ORDERS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28016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you need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piece you're imagining — table, chair set, signage or a full interior fit-out.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74236" y="1737360"/>
            <a:ext cx="0" cy="457200"/>
          </a:xfrm>
          <a:prstGeom prst="line">
            <a:avLst/>
          </a:prstGeom>
          <a:noFill/>
          <a:ln w="12700">
            <a:solidFill>
              <a:srgbClr val="D8C7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52544" y="1417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52544" y="2103120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dimensions &amp; inspiration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352544" y="260604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measurements, reference photos or sketches of the space.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78140" y="1737360"/>
            <a:ext cx="0" cy="457200"/>
          </a:xfrm>
          <a:prstGeom prst="line">
            <a:avLst/>
          </a:prstGeom>
          <a:noFill/>
          <a:ln w="12700">
            <a:solidFill>
              <a:srgbClr val="D8C7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56448" y="1417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2103120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materials &amp; design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156448" y="260604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wood type, finish and design details with the WixWood team.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quote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price based on materials, size and complexity.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74236" y="4160520"/>
            <a:ext cx="0" cy="457200"/>
          </a:xfrm>
          <a:prstGeom prst="line">
            <a:avLst/>
          </a:prstGeom>
          <a:noFill/>
          <a:ln w="12700">
            <a:solidFill>
              <a:srgbClr val="D8C79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52544" y="3840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352544" y="4526280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begins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352544" y="502920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piece is built and finished by hand in the workshop.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78140" y="4160520"/>
            <a:ext cx="0" cy="457200"/>
          </a:xfrm>
          <a:prstGeom prst="line">
            <a:avLst/>
          </a:prstGeom>
          <a:noFill/>
          <a:ln w="12700">
            <a:solidFill>
              <a:srgbClr val="D8C79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56448" y="3840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4526280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156448" y="5029200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pieces are delivered to your location.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1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4C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CRAFTSMANSHIP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4C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MATERIALS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3611880"/>
            <a:ext cx="118872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WixWood piece is shaped, joined, sanded and finished by hand — built to hold up to daily 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088136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0058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hardwood construction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801368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7190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sanding &amp; sealing for a smooth, durable finish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514600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4323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Poured epoxy/resin detailing on select pieces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3227832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314553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Torch/heat-textured wood finishes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941064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385876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Hand-carved lettering for signage and nameplates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1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ONLINE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WixWood website takes and bills an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28016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629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880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catalog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94560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explore products by category — tables, seating, accessories, signage.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77356" y="1691640"/>
            <a:ext cx="53629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0236" y="18013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83196" y="182880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or request a quote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83196" y="2194560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items go straight to cart; custom furniture routes to a quote request.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18104"/>
            <a:ext cx="53629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278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255264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delivery details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621024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email, delivery address and any customisation notes.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7356" y="3118104"/>
            <a:ext cx="53629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0236" y="32278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283196" y="3255264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total calculation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83196" y="3621024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+ delivery fee = total, calculated instantly at checkout.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44568"/>
            <a:ext cx="53629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6542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681728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 or confirm via WhatsApp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504748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through Paystack/Flutterwave, or send the order straight to WixWood on WhatsApp.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77356" y="4544568"/>
            <a:ext cx="53629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60236" y="46542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283196" y="4681728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83196" y="504748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receives an order summary; WixWood receives the full order details.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1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28016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4206240"/>
          </a:xfrm>
          <a:prstGeom prst="rect">
            <a:avLst/>
          </a:prstGeom>
          <a:solidFill>
            <a:srgbClr val="1C11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4C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DELIVER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delivery confirmed to: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10972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10972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Abuja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7490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D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locations available on request — delivery fees and timelines are confirmed at checkout or by the WixWood team.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LEAD TIME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945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is made to order, so lead time depends on size, materials and current workload.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PRODUCTION TIMELINE — TO BE CONFIRMED BY WIXWOOD ]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474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DELIVERY FEE STRUCTURE — TO BE CONFIRMED BY WIXWOOD ]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0233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shown on the website checkout once confirmed and configured.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1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48640"/>
            <a:ext cx="14017752" cy="27432"/>
          </a:xfrm>
          <a:prstGeom prst="rect">
            <a:avLst/>
          </a:prstGeom>
          <a:solidFill>
            <a:srgbClr val="C9A2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822960"/>
            <a:ext cx="14017752" cy="27432"/>
          </a:xfrm>
          <a:prstGeom prst="rect">
            <a:avLst/>
          </a:prstGeom>
          <a:solidFill>
            <a:srgbClr val="C9A24B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1097280"/>
            <a:ext cx="14017752" cy="27432"/>
          </a:xfrm>
          <a:prstGeom prst="rect">
            <a:avLst/>
          </a:prstGeom>
          <a:solidFill>
            <a:srgbClr val="C9A24B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1371600"/>
            <a:ext cx="14017752" cy="27432"/>
          </a:xfrm>
          <a:prstGeom prst="rect">
            <a:avLst/>
          </a:prstGeom>
          <a:solidFill>
            <a:srgbClr val="C9A24B">
              <a:alpha val="1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914400" y="1645920"/>
            <a:ext cx="14017752" cy="27432"/>
          </a:xfrm>
          <a:prstGeom prst="rect">
            <a:avLst/>
          </a:prstGeom>
          <a:solidFill>
            <a:srgbClr val="C9A24B">
              <a:alpha val="2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15544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4C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SOMETHING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4C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TIMELESS TOGETHER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88636" y="3063240"/>
            <a:ext cx="201168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0" y="34290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0" y="368503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0" y="41148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37083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WIXWOOD PHONE NUMBER 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48006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505663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WIXWOOD EMAIL ADDRESS 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54864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0" y="574243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WIXWOOD WEBSITE URL ]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WIXWOOD CRAFTS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@wizwood_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2026-09-16T07:28:42Z</dcterms:created>
  <dcterms:modified xsi:type="dcterms:W3CDTF">2026-09-16T07:28:42Z</dcterms:modified>
</cp:coreProperties>
</file>